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ASTRA </a:t>
            </a:r>
            <a:r>
              <a:rPr sz="5400" b="1">
                <a:solidFill>
                  <a:srgbClr val="387AFF"/>
                </a:solidFill>
                <a:latin typeface="Calibri"/>
              </a:rPr>
              <a:t>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0B8"/>
                </a:solidFill>
                <a:latin typeface="Calibri"/>
              </a:defRPr>
            </a:pPr>
            <a:r>
              <a:t>Your AI Chief of Staff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06078"/>
                </a:solidFill>
                <a:latin typeface="Calibri"/>
              </a:defRPr>
            </a:pPr>
            <a:r>
              <a:t>Voice-First AI That Runs Your Startup With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8"/>
                </a:solidFill>
                <a:latin typeface="Calibri"/>
              </a:defRPr>
            </a:pPr>
            <a:r>
              <a:t>Solo Founder: Khwahish  |  Live at astracoach-rypr3jtzka-uc.a.run.app  |  100% Google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Founders Are Drowning</a:t>
            </a:r>
            <a:br/>
            <a:r>
              <a:t>in Their Own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7AFF"/>
                </a:solidFill>
                <a:latin typeface="Calibri"/>
              </a:defRPr>
            </a:pPr>
            <a:r>
              <a:t>12+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apps open at any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063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78"/>
                </a:solidFill>
                <a:latin typeface="Calibri"/>
              </a:defRPr>
            </a:pPr>
            <a:r>
              <a:t>Gmail, Calendar, Slack, Notion, CRM, Drive...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7AFF"/>
                </a:solidFill>
                <a:latin typeface="Calibri"/>
              </a:defRPr>
            </a:pPr>
            <a:r>
              <a:t>3.5 hrs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977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lost daily to context-switching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343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78"/>
                </a:solidFill>
                <a:latin typeface="Calibri"/>
              </a:defRPr>
            </a:pPr>
            <a:r>
              <a:t>Between email, scheduling, and admin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7AFF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of follow-ups get missed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6235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78"/>
                </a:solidFill>
                <a:latin typeface="Calibri"/>
              </a:defRPr>
            </a:pPr>
            <a:r>
              <a:t>No system connects conversations to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097280"/>
            <a:ext cx="4297680" cy="50292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 Founder's Typical Morning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0116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7:00  Open Gmail — 47 unread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514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7:15  Check Calendar — 6 meetings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0175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7:25  Slack — 23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520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7:40  Notion — update project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023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7:55  CRM — check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5262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8:10  Drive — find that one doc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029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8:30  Still haven't done real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One Voice. Everything Handled.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Calibri"/>
              </a:defRPr>
            </a:pPr>
            <a:r>
              <a:t>Astra OS replaces 12 tabs with one voice conversation. Talk to your AI Chief of Staff — it sees your screen, reads your email, manages your calendar, remembers every decision, and acts on your behalf.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965960" cy="22860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08760" y="3383279"/>
            <a:ext cx="411480" cy="41148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7AFF"/>
                </a:solidFill>
                <a:latin typeface="Calibri"/>
              </a:defRPr>
            </a:pPr>
            <a:r>
              <a:t>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8"/>
                </a:solidFill>
                <a:latin typeface="Calibri"/>
              </a:defRPr>
            </a:pPr>
            <a:r>
              <a:t>Screen analysis</a:t>
            </a:r>
            <a:br/>
            <a:r>
              <a:t>via Gemini 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3108960"/>
            <a:ext cx="1965960" cy="22860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39" y="3383279"/>
            <a:ext cx="41148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4023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HEAR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4348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8"/>
                </a:solidFill>
                <a:latin typeface="Calibri"/>
              </a:defRPr>
            </a:pPr>
            <a:r>
              <a:t>Natural voice with</a:t>
            </a:r>
            <a:br/>
            <a:r>
              <a:t>barge-in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108960"/>
            <a:ext cx="1965960" cy="22860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383279"/>
            <a:ext cx="41148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023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SPEAK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4348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8"/>
                </a:solidFill>
                <a:latin typeface="Calibri"/>
              </a:defRPr>
            </a:pPr>
            <a:r>
              <a:t>Real-time native</a:t>
            </a:r>
            <a:br/>
            <a:r>
              <a:t>audio streaming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3108960"/>
            <a:ext cx="1965960" cy="22860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3383279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4023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Calibri"/>
              </a:defRPr>
            </a:pPr>
            <a:r>
              <a:t>REMEMBER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4348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8"/>
                </a:solidFill>
                <a:latin typeface="Calibri"/>
              </a:defRPr>
            </a:pPr>
            <a:r>
              <a:t>Company Brain</a:t>
            </a:r>
            <a:br/>
            <a:r>
              <a:t>vector 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3108960"/>
            <a:ext cx="1965960" cy="22860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469880" y="3383279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4023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4348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8"/>
                </a:solidFill>
                <a:latin typeface="Calibri"/>
              </a:defRPr>
            </a:pPr>
            <a:r>
              <a:t>60 voice tools</a:t>
            </a:r>
            <a:br/>
            <a:r>
              <a:t>across Google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78"/>
                </a:solidFill>
                <a:latin typeface="Calibri"/>
              </a:defRPr>
            </a:pPr>
            <a:r>
              <a:t>Zero third-party AI  •  One Google API key  •  One model  •  One WebSocket connection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Talk. Astra Handles the Rest.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029200" cy="438912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F"/>
                </a:solidFill>
                <a:latin typeface="Calibri"/>
              </a:defRPr>
            </a:pPr>
            <a:r>
              <a:t>Live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You: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"Brief me on my day."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AFF"/>
                </a:solidFill>
                <a:latin typeface="Calibri"/>
              </a:defRPr>
            </a:pPr>
            <a:r>
              <a:t>Astra: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862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"You have 3 meetings today. The board sync at 2pm needs your Q1 deck — I found it in Drive. Also, Sarah from YC emailed about your Series A timeline. Want me to draft a reply?"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You: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"Yes, tell her we're closing in 6 weeks."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49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AFF"/>
                </a:solidFill>
                <a:latin typeface="Calibri"/>
              </a:defRPr>
            </a:pPr>
            <a:r>
              <a:t>Astra: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623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"Done. Email sent. I also added a follow-up reminder for next Tuesday."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5029200" cy="438912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What Astra Did (in 4 seconds)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834640"/>
            <a:ext cx="21031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852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get_todays_schedule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8529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Pulled 3 calendar events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337560"/>
            <a:ext cx="21031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355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search_drive_files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3558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Found Q1 deck in Drive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840480"/>
            <a:ext cx="21031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get_recent_emails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8587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Flagged Sarah's email as urgent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343400"/>
            <a:ext cx="21031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361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get_brain_relationships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3616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Recalled Sarah = YC partner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4846320"/>
            <a:ext cx="21031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864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send_email_reply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8646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Drafted &amp; sent Series A update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349240"/>
            <a:ext cx="21031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5367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create_task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367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Created follow-up reminder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5852160"/>
            <a:ext cx="21031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5870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store_brain_fact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5870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Saved decision to Company Brain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Built Different. Built Solo.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468880" cy="13716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468880" cy="5486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7AFF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Calibri"/>
              </a:defRPr>
            </a:pPr>
            <a:r>
              <a:t>Voice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011680"/>
            <a:ext cx="2468880" cy="13716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2011680"/>
            <a:ext cx="2468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Calibri"/>
              </a:defRPr>
            </a:pPr>
            <a:r>
              <a:t>Concurrent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2468880" cy="13716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24688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  <a:latin typeface="Calibri"/>
              </a:defRPr>
            </a:pPr>
            <a:r>
              <a:t>&lt;200ms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Calibri"/>
              </a:defRPr>
            </a:pPr>
            <a:r>
              <a:t>Voice Latency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011680"/>
            <a:ext cx="2468880" cy="13716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201168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Calibri"/>
              </a:defRPr>
            </a:pPr>
            <a:r>
              <a:t>Third-Party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Full Stack, One 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480560"/>
            <a:ext cx="73152" cy="32004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AFF"/>
                </a:solidFill>
                <a:latin typeface="Calibri"/>
              </a:defRPr>
            </a:pPr>
            <a:r>
              <a:t>Voice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480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Gemini 2.5 Flash Native Audio — raw PCM streaming, no STT/TTS 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92040"/>
            <a:ext cx="73152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Agent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892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Google ADK — 3 agents: Voice, EmailScanner, RiskMonitor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303520"/>
            <a:ext cx="73152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303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Company Brain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303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Firestore + text-embedding-004 — semantic vector search, long-term memory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715000"/>
            <a:ext cx="73152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715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715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Gmail, Calendar, Drive, Tasks, Contacts — all via voice commands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126480"/>
            <a:ext cx="7315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6126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126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Cloud Run + Cloud Build + Secret Manager — production-grade CI/CD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COMPETITIVE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Astra OS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0B8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0B8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0B8"/>
                </a:solidFill>
                <a:latin typeface="Calibri"/>
              </a:defRPr>
            </a:pPr>
            <a:r>
              <a:t>Siri / Alexa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F"/>
                </a:solidFill>
                <a:latin typeface="Calibri"/>
              </a:defRPr>
            </a:pPr>
            <a:r>
              <a:t>Astra 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Real-time voice 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Yes — native PCM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solidFill>
            <a:srgbClr val="07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Reads your email &amp; calendar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154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Full Gmail + Calendar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Remembers past conversations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Session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Persistent vector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solidFill>
            <a:srgbClr val="07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Runs background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3 concurrent agents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617720"/>
            <a:ext cx="10698480" cy="4572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Sees your screen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Gemini multimodal vision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solidFill>
            <a:srgbClr val="07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1663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Creates tasks &amp; sends emails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1663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1663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166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60 integrated tools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Gets smarter over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8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Company Brain enrichment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MY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Why I Built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0B8"/>
                </a:solidFill>
                <a:latin typeface="Calibri"/>
              </a:defRPr>
            </a:pPr>
            <a:r>
              <a:t>As a solo founder, I was the CEO, CTO, and admin assistant — all at once.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8"/>
                </a:solidFill>
                <a:latin typeface="Calibri"/>
              </a:defRPr>
            </a:pPr>
            <a:r>
              <a:t>→  I spent more time managing tools than building my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59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8"/>
                </a:solidFill>
                <a:latin typeface="Calibri"/>
              </a:defRPr>
            </a:pPr>
            <a:r>
              <a:t>→  Critical follow-ups slipped through the cracks because no single system connected my conversations to my calendar to my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1999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8"/>
                </a:solidFill>
                <a:latin typeface="Calibri"/>
              </a:defRPr>
            </a:pPr>
            <a:r>
              <a:t>→  I realized: founders don't need another app. They need an operating system that thinks, remembers, and acts — powered by their voice.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39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8"/>
                </a:solidFill>
                <a:latin typeface="Calibri"/>
              </a:defRPr>
            </a:pPr>
            <a:r>
              <a:t>→  So I built Astra OS. Solo. From scratch. Deployed on Google Cloud. With 60 voice-callable tools and a persistent AI memory.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011680"/>
            <a:ext cx="3657600" cy="41148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Khwahish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7AFF"/>
                </a:solidFill>
                <a:latin typeface="Calibri"/>
              </a:defRPr>
            </a:pPr>
            <a:r>
              <a:t>Solo Founder &amp; 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474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Calibri"/>
              </a:defRPr>
            </a:pPr>
            <a:r>
              <a:t>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703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Full-stack AI product, solo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5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Calibri"/>
              </a:defRPr>
            </a:pPr>
            <a:r>
              <a:t>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2519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Production on Google Cloud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572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Calibri"/>
              </a:defRPr>
            </a:pPr>
            <a:r>
              <a:t>Integrated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800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Gmail, Calendar, Drive, Tasks, Contacts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Calibri"/>
              </a:defRPr>
            </a:pPr>
            <a:r>
              <a:t>Powered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5349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100% Google Gemini — zero third-party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This Isn't a Prototype.</a:t>
            </a:r>
            <a:br/>
            <a:r>
              <a:t>It's Live.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2560320" cy="27432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2560320" cy="5486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7AFF"/>
                </a:solidFill>
                <a:latin typeface="Calibri"/>
              </a:defRPr>
            </a:pPr>
            <a:r>
              <a:t>LIVE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Running on Google Cloud Run</a:t>
            </a:r>
            <a:br/>
            <a:r>
              <a:t>Accessible at production URL</a:t>
            </a:r>
            <a:br/>
            <a:r>
              <a:t>Full CI/CD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560320"/>
            <a:ext cx="2560320" cy="27432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256032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60 VOICE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2918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Gmail, Calendar, Drive, Tasks</a:t>
            </a:r>
            <a:br/>
            <a:r>
              <a:t>Contacts, Company Brain</a:t>
            </a:r>
            <a:br/>
            <a:r>
              <a:t>All callable by 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560320"/>
            <a:ext cx="2560320" cy="27432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560320"/>
            <a:ext cx="25603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3 AI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VoiceAgent (real-time)</a:t>
            </a:r>
            <a:br/>
            <a:r>
              <a:t>EmailScanner (every 15 min)</a:t>
            </a:r>
            <a:br/>
            <a:r>
              <a:t>RiskMonitor (every 30 min)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560320"/>
            <a:ext cx="2560320" cy="274320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256032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PERSISTENT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2918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Every conversation enriches</a:t>
            </a:r>
            <a:br/>
            <a:r>
              <a:t>the Company Brain via</a:t>
            </a:r>
            <a:br/>
            <a:r>
              <a:t>Firestore vector 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8"/>
                </a:solidFill>
                <a:latin typeface="Calibri"/>
              </a:defRPr>
            </a:pPr>
            <a:r>
              <a:t>Before Gemini 2.5 Flash, this required 5+ services: Deepgram + OpenAI + ElevenLabs + Pipecat + a database. Astra OS does it all with ONE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I Need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73152" cy="8229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7AFF"/>
                </a:solidFill>
                <a:latin typeface="Calibri"/>
              </a:defRPr>
            </a:pPr>
            <a:r>
              <a:t>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8"/>
                </a:solidFill>
                <a:latin typeface="Calibri"/>
              </a:defRPr>
            </a:pPr>
            <a:r>
              <a:t>Connect me with founders and operators who've scaled AI products. I've built the engine — I need guidance on go-to-market and growth.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73152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8"/>
                </a:solidFill>
                <a:latin typeface="Calibri"/>
              </a:defRPr>
            </a:pPr>
            <a:r>
              <a:t>Honest, sharp feedback on the product, the pitch, and the business model. I want to know what breaks before my users find 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73152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Connections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8"/>
                </a:solidFill>
                <a:latin typeface="Calibri"/>
              </a:defRPr>
            </a:pPr>
            <a:r>
              <a:t>Introductions to potential early adopters — solo founders and small startup teams who'd use Astra OS daily.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03520"/>
            <a:ext cx="73152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Funding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8"/>
                </a:solidFill>
                <a:latin typeface="Calibri"/>
              </a:defRPr>
            </a:pPr>
            <a:r>
              <a:t>Prize money goes directly into cloud infrastructure and API costs to scale from demo to paying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ASTRA </a:t>
            </a:r>
            <a:r>
              <a:rPr sz="5400" b="1">
                <a:solidFill>
                  <a:srgbClr val="387AFF"/>
                </a:solidFill>
                <a:latin typeface="Calibri"/>
              </a:rPr>
              <a:t>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B8"/>
                </a:solidFill>
                <a:latin typeface="Calibri"/>
              </a:defRPr>
            </a:pPr>
            <a:r>
              <a:t>"Stop managing tools. Start running your company."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7AFF"/>
                </a:solidFill>
                <a:latin typeface="Calibri"/>
              </a:defRPr>
            </a:pPr>
            <a:r>
              <a:t>Live Demo  •  Try it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8"/>
                </a:solidFill>
                <a:latin typeface="Calibri"/>
              </a:defRPr>
            </a:pPr>
            <a:r>
              <a:t>astracoach-rypr3jtzka-uc.a.run.app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78"/>
                </a:solidFill>
                <a:latin typeface="Calibri"/>
              </a:defRPr>
            </a:pPr>
            <a:r>
              <a:t>github.com/khwahish1509/update_name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0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8"/>
                </a:solidFill>
                <a:latin typeface="Calibri"/>
              </a:defRPr>
            </a:pPr>
            <a:r>
              <a:t>Built solo by Khwahish  •  Powered 100% by Google Gemini  •  60 Voice Tools  •  3 AI Agents  •  Persistent Company Brain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